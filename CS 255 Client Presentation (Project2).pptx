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7" r:id="rId5"/>
    <p:sldId id="263" r:id="rId6"/>
    <p:sldId id="265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6" autoAdjust="0"/>
    <p:restoredTop sz="94374" autoAdjust="0"/>
  </p:normalViewPr>
  <p:slideViewPr>
    <p:cSldViewPr snapToGrid="0">
      <p:cViewPr varScale="1">
        <p:scale>
          <a:sx n="98" d="100"/>
          <a:sy n="98" d="100"/>
        </p:scale>
        <p:origin x="9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e, Kelelah" userId="9d686bd5-79c3-4a2f-928b-f24844929fb6" providerId="ADAL" clId="{58358BAC-8DEE-434F-A420-822156384BA3}"/>
    <pc:docChg chg="modSld">
      <pc:chgData name="Tome, Kelelah" userId="9d686bd5-79c3-4a2f-928b-f24844929fb6" providerId="ADAL" clId="{58358BAC-8DEE-434F-A420-822156384BA3}" dt="2026-04-20T01:38:56.149" v="81" actId="22"/>
      <pc:docMkLst>
        <pc:docMk/>
      </pc:docMkLst>
      <pc:sldChg chg="addSp delSp modSp mod">
        <pc:chgData name="Tome, Kelelah" userId="9d686bd5-79c3-4a2f-928b-f24844929fb6" providerId="ADAL" clId="{58358BAC-8DEE-434F-A420-822156384BA3}" dt="2026-04-19T17:01:52.470" v="36" actId="22"/>
        <pc:sldMkLst>
          <pc:docMk/>
          <pc:sldMk cId="2776425341" sldId="261"/>
        </pc:sldMkLst>
        <pc:spChg chg="del mod">
          <ac:chgData name="Tome, Kelelah" userId="9d686bd5-79c3-4a2f-928b-f24844929fb6" providerId="ADAL" clId="{58358BAC-8DEE-434F-A420-822156384BA3}" dt="2026-04-19T17:01:52.470" v="36" actId="22"/>
          <ac:spMkLst>
            <pc:docMk/>
            <pc:sldMk cId="2776425341" sldId="261"/>
            <ac:spMk id="3" creationId="{00000000-0000-0000-0000-000000000000}"/>
          </ac:spMkLst>
        </pc:spChg>
        <pc:picChg chg="add mod ord">
          <ac:chgData name="Tome, Kelelah" userId="9d686bd5-79c3-4a2f-928b-f24844929fb6" providerId="ADAL" clId="{58358BAC-8DEE-434F-A420-822156384BA3}" dt="2026-04-19T17:01:52.470" v="36" actId="22"/>
          <ac:picMkLst>
            <pc:docMk/>
            <pc:sldMk cId="2776425341" sldId="261"/>
            <ac:picMk id="5" creationId="{2002AF48-6CB2-B01B-9E6C-97AA3925337E}"/>
          </ac:picMkLst>
        </pc:picChg>
      </pc:sldChg>
      <pc:sldChg chg="addSp delSp modSp mod">
        <pc:chgData name="Tome, Kelelah" userId="9d686bd5-79c3-4a2f-928b-f24844929fb6" providerId="ADAL" clId="{58358BAC-8DEE-434F-A420-822156384BA3}" dt="2026-04-20T01:38:56.149" v="81" actId="22"/>
        <pc:sldMkLst>
          <pc:docMk/>
          <pc:sldMk cId="3564055637" sldId="267"/>
        </pc:sldMkLst>
        <pc:spChg chg="del mod">
          <ac:chgData name="Tome, Kelelah" userId="9d686bd5-79c3-4a2f-928b-f24844929fb6" providerId="ADAL" clId="{58358BAC-8DEE-434F-A420-822156384BA3}" dt="2026-04-20T01:38:56.149" v="81" actId="22"/>
          <ac:spMkLst>
            <pc:docMk/>
            <pc:sldMk cId="3564055637" sldId="267"/>
            <ac:spMk id="3" creationId="{00000000-0000-0000-0000-000000000000}"/>
          </ac:spMkLst>
        </pc:spChg>
        <pc:picChg chg="add mod ord">
          <ac:chgData name="Tome, Kelelah" userId="9d686bd5-79c3-4a2f-928b-f24844929fb6" providerId="ADAL" clId="{58358BAC-8DEE-434F-A420-822156384BA3}" dt="2026-04-20T01:38:56.149" v="81" actId="22"/>
          <ac:picMkLst>
            <pc:docMk/>
            <pc:sldMk cId="3564055637" sldId="267"/>
            <ac:picMk id="5" creationId="{7FA2B821-2D21-B426-D2BA-1F6E76D6A0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</a:t>
            </a:r>
            <a:r>
              <a:rPr lang="en-US" baseline="0" dirty="0"/>
              <a:t> speaker notes required for this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 your speaker notes, include an</a:t>
            </a:r>
            <a:r>
              <a:rPr lang="en-US" baseline="0" dirty="0"/>
              <a:t> explanation </a:t>
            </a:r>
            <a:r>
              <a:rPr lang="en-US" dirty="0"/>
              <a:t>of</a:t>
            </a:r>
            <a:r>
              <a:rPr lang="en-US" baseline="0" dirty="0"/>
              <a:t> the different requirements you determined for </a:t>
            </a:r>
            <a:r>
              <a:rPr lang="en-US" baseline="0" dirty="0" err="1"/>
              <a:t>DriverPass’s</a:t>
            </a:r>
            <a:r>
              <a:rPr lang="en-US" baseline="0" dirty="0"/>
              <a:t> system. What are the functional requirements you selected to describe? What are the nonfunctional requirements you selected to describe? Be sure to explain how these requirements meet </a:t>
            </a:r>
            <a:r>
              <a:rPr lang="en-US" baseline="0" dirty="0" err="1"/>
              <a:t>DriverPass’s</a:t>
            </a:r>
            <a:r>
              <a:rPr lang="en-US" baseline="0" dirty="0"/>
              <a:t> needs.]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</a:t>
            </a:r>
            <a:r>
              <a:rPr lang="en-US" baseline="0" dirty="0"/>
              <a:t> your diagram. Who are the different actors in the system? What are the different use cases?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terms like “actors” and “use cases” in your explanation.]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[Explain</a:t>
            </a:r>
            <a:r>
              <a:rPr lang="en-US" baseline="0" dirty="0"/>
              <a:t> your diagram. Which use case are you breaking down? What are the steps for this use case?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technical terms such as “nodes,” “control flows,” and so on.]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[How</a:t>
            </a:r>
            <a:r>
              <a:rPr lang="en-US" baseline="0" dirty="0"/>
              <a:t> did you consider security in your design? In your explanation, keep your audience in mind by avoiding the use of technical 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[What are the limitations of your design?</a:t>
            </a:r>
            <a:r>
              <a:rPr lang="en-US" baseline="0" dirty="0"/>
              <a:t> In your explanation, keep your audience in mind by avoiding the use </a:t>
            </a:r>
            <a:r>
              <a:rPr lang="en-US" baseline="0"/>
              <a:t>of technical </a:t>
            </a:r>
            <a:r>
              <a:rPr lang="en-US" baseline="0" dirty="0"/>
              <a:t>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Kelelah Tome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Functional Requirements: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shall allow customers to schedule driving lessons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shall allow users to create and manage accounts.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Nonfunctional Requirements: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must load within 2 – 3 seconds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must be secure using encrypted connections 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02AF48-6CB2-B01B-9E6C-97AA39253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091238" y="889096"/>
            <a:ext cx="5305425" cy="50559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A2B821-2D21-B426-D2BA-1F6E76D6A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091238" y="876359"/>
            <a:ext cx="5305425" cy="50814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Secure login system</a:t>
            </a:r>
          </a:p>
          <a:p>
            <a:r>
              <a:rPr lang="en-US" sz="2400" dirty="0">
                <a:solidFill>
                  <a:srgbClr val="000000"/>
                </a:solidFill>
              </a:rPr>
              <a:t>Encrypted data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Account lock after failed attempts</a:t>
            </a:r>
          </a:p>
          <a:p>
            <a:r>
              <a:rPr lang="en-US" sz="2400" dirty="0">
                <a:solidFill>
                  <a:srgbClr val="000000"/>
                </a:solidFill>
              </a:rPr>
              <a:t>Role-based access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Requires internet</a:t>
            </a:r>
          </a:p>
          <a:p>
            <a:r>
              <a:rPr lang="en-US" sz="2400" dirty="0">
                <a:solidFill>
                  <a:srgbClr val="000000"/>
                </a:solidFill>
              </a:rPr>
              <a:t>Limited by budget/time</a:t>
            </a:r>
          </a:p>
          <a:p>
            <a:r>
              <a:rPr lang="en-US" sz="2400" dirty="0">
                <a:solidFill>
                  <a:srgbClr val="000000"/>
                </a:solidFill>
              </a:rPr>
              <a:t>May not integrate fully with DMV systems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1410</TotalTime>
  <Words>326</Words>
  <Application>Microsoft Office PowerPoint</Application>
  <PresentationFormat>Widescreen</PresentationFormat>
  <Paragraphs>32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DriverPass System Analysis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Tome, Kelelah</cp:lastModifiedBy>
  <cp:revision>21</cp:revision>
  <dcterms:created xsi:type="dcterms:W3CDTF">2019-10-14T02:36:52Z</dcterms:created>
  <dcterms:modified xsi:type="dcterms:W3CDTF">2026-04-20T01:38:59Z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